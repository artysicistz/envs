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D0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762" autoAdjust="0"/>
    <p:restoredTop sz="94660"/>
  </p:normalViewPr>
  <p:slideViewPr>
    <p:cSldViewPr snapToGrid="0" showGuides="1">
      <p:cViewPr>
        <p:scale>
          <a:sx n="110" d="100"/>
          <a:sy n="110" d="100"/>
        </p:scale>
        <p:origin x="111" y="-24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2026/6/6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2026/6/6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6.png"/><Relationship Id="rId12" Type="http://schemas.microsoft.com/office/2007/relationships/hdphoto" Target="../media/hdphoto1.wdp"/><Relationship Id="rId17" Type="http://schemas.openxmlformats.org/officeDocument/2006/relationships/image" Target="../media/image10.png"/><Relationship Id="rId2" Type="http://schemas.openxmlformats.org/officeDocument/2006/relationships/image" Target="../media/image1.png"/><Relationship Id="rId16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5.png"/><Relationship Id="rId11" Type="http://schemas.openxmlformats.org/officeDocument/2006/relationships/image" Target="../media/image6.png"/><Relationship Id="rId5" Type="http://schemas.openxmlformats.org/officeDocument/2006/relationships/image" Target="../media/image64.png"/><Relationship Id="rId15" Type="http://schemas.microsoft.com/office/2007/relationships/hdphoto" Target="../media/hdphoto2.wdp"/><Relationship Id="rId10" Type="http://schemas.openxmlformats.org/officeDocument/2006/relationships/image" Target="../media/image5.png"/><Relationship Id="rId4" Type="http://schemas.openxmlformats.org/officeDocument/2006/relationships/image" Target="../media/image3.png"/><Relationship Id="rId9" Type="http://schemas.openxmlformats.org/officeDocument/2006/relationships/image" Target="../media/image4.png"/><Relationship Id="rId1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265DCCF-4FF4-68A3-450B-E434AFCAE8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91536"/>
            <a:ext cx="12192000" cy="462193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743390D-0281-D7AD-45E9-A76795D0105C}"/>
              </a:ext>
            </a:extLst>
          </p:cNvPr>
          <p:cNvSpPr/>
          <p:nvPr/>
        </p:nvSpPr>
        <p:spPr>
          <a:xfrm>
            <a:off x="1313419" y="1044526"/>
            <a:ext cx="6401317" cy="41183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1F33BF-36D8-B07B-0209-1987B3F07B90}"/>
              </a:ext>
            </a:extLst>
          </p:cNvPr>
          <p:cNvSpPr/>
          <p:nvPr/>
        </p:nvSpPr>
        <p:spPr>
          <a:xfrm>
            <a:off x="1759800" y="1634481"/>
            <a:ext cx="2122368" cy="39523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444FCD"/>
                </a:solidFill>
              </a:rPr>
              <a:t>A. s</a:t>
            </a:r>
            <a:r>
              <a:rPr lang="en-US" altLang="zh-CN" sz="1200" b="1" dirty="0">
                <a:solidFill>
                  <a:srgbClr val="444FCD"/>
                </a:solidFill>
              </a:rPr>
              <a:t>ample &amp; cluster actions</a:t>
            </a:r>
            <a:endParaRPr lang="en-US" sz="1200" b="1" dirty="0">
              <a:solidFill>
                <a:srgbClr val="444FCD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DE2C02-D291-A820-0177-1D3F5F6056C9}"/>
              </a:ext>
            </a:extLst>
          </p:cNvPr>
          <p:cNvSpPr/>
          <p:nvPr/>
        </p:nvSpPr>
        <p:spPr>
          <a:xfrm>
            <a:off x="6580745" y="1623231"/>
            <a:ext cx="1067721" cy="4565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444FCD"/>
                </a:solidFill>
              </a:rPr>
              <a:t>D. </a:t>
            </a:r>
            <a:r>
              <a:rPr lang="en-US" altLang="zh-CN" sz="1200" b="1" dirty="0">
                <a:solidFill>
                  <a:srgbClr val="444FCD"/>
                </a:solidFill>
              </a:rPr>
              <a:t>score</a:t>
            </a:r>
            <a:endParaRPr lang="en-US" sz="1200" b="1" dirty="0">
              <a:solidFill>
                <a:srgbClr val="444FCD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5D88FF2-2E40-5F4C-459A-B6A2FB5334FF}"/>
                  </a:ext>
                </a:extLst>
              </p:cNvPr>
              <p:cNvSpPr/>
              <p:nvPr/>
            </p:nvSpPr>
            <p:spPr>
              <a:xfrm>
                <a:off x="2884078" y="1344670"/>
                <a:ext cx="3319359" cy="3188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28600" indent="-228600" algn="ctr">
                  <a:buAutoNum type="arabicPeriod"/>
                </a:pPr>
                <a:r>
                  <a:rPr lang="en-US" sz="1600" b="1" dirty="0">
                    <a:solidFill>
                      <a:srgbClr val="444FCD"/>
                    </a:solidFill>
                  </a:rPr>
                  <a:t>Search and Collect (frozen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solidFill>
                              <a:srgbClr val="444FCD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444FCD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444FCD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600" b="1" dirty="0">
                    <a:solidFill>
                      <a:srgbClr val="444FCD"/>
                    </a:solidFill>
                  </a:rPr>
                  <a:t>)</a:t>
                </a:r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5D88FF2-2E40-5F4C-459A-B6A2FB5334F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4078" y="1344670"/>
                <a:ext cx="3319359" cy="318890"/>
              </a:xfrm>
              <a:prstGeom prst="rect">
                <a:avLst/>
              </a:prstGeom>
              <a:blipFill>
                <a:blip r:embed="rId3"/>
                <a:stretch>
                  <a:fillRect t="-7407" b="-2407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07CE7EA9-35E4-A2E9-B7F5-D38F7C1DA667}"/>
              </a:ext>
            </a:extLst>
          </p:cNvPr>
          <p:cNvSpPr/>
          <p:nvPr/>
        </p:nvSpPr>
        <p:spPr>
          <a:xfrm>
            <a:off x="7834514" y="1234351"/>
            <a:ext cx="2797443" cy="19853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B8E2FF4-17AA-C13D-B837-9FCF2379CB8E}"/>
                  </a:ext>
                </a:extLst>
              </p:cNvPr>
              <p:cNvSpPr/>
              <p:nvPr/>
            </p:nvSpPr>
            <p:spPr>
              <a:xfrm>
                <a:off x="7945523" y="1695100"/>
                <a:ext cx="2595356" cy="128935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171450" indent="-171450"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en-US" sz="1100" b="1" dirty="0">
                    <a:solidFill>
                      <a:schemeClr val="tx1"/>
                    </a:solidFill>
                  </a:rPr>
                  <a:t>Keep successful trajectories</a:t>
                </a:r>
              </a:p>
              <a:p>
                <a:pPr marL="171450" indent="-171450"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en-US" sz="1100" b="1" dirty="0">
                    <a:solidFill>
                      <a:schemeClr val="tx1"/>
                    </a:solidFill>
                  </a:rPr>
                  <a:t>Re-rollout tasks with &lt;15 success</a:t>
                </a:r>
              </a:p>
              <a:p>
                <a:pPr marL="171450" indent="-171450">
                  <a:buFont typeface="Wingdings" panose="05000000000000000000" pitchFamily="2" charset="2"/>
                  <a:buChar char="Ø"/>
                </a:pPr>
                <a:r>
                  <a:rPr lang="en-US" sz="1100" b="1" dirty="0">
                    <a:solidFill>
                      <a:schemeClr val="tx1"/>
                    </a:solidFill>
                  </a:rPr>
                  <a:t>Weight each task: </a:t>
                </a:r>
                <a:endParaRPr lang="en-US" sz="11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2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clip</m:t>
                      </m:r>
                      <m:d>
                        <m:dPr>
                          <m:ctrlPr>
                            <a:rPr lang="en-US" sz="1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2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2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200" i="1" dirty="0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 dirty="0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en-US" sz="1200" b="0" i="1" dirty="0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1200" b="0" i="1" dirty="0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dirty="0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𝑆𝑅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dirty="0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2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sup>
                              </m:sSup>
                            </m:num>
                            <m:den>
                              <m:sSub>
                                <m:sSubPr>
                                  <m:ctrlPr>
                                    <a:rPr lang="en-US" sz="120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2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2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4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B8E2FF4-17AA-C13D-B837-9FCF2379CB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5523" y="1695100"/>
                <a:ext cx="2595356" cy="128935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B87376AC-A89C-97F5-2752-A94E0C57185C}"/>
              </a:ext>
            </a:extLst>
          </p:cNvPr>
          <p:cNvSpPr/>
          <p:nvPr/>
        </p:nvSpPr>
        <p:spPr>
          <a:xfrm>
            <a:off x="8055523" y="1366376"/>
            <a:ext cx="2355462" cy="31889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444FCD"/>
                </a:solidFill>
              </a:rPr>
              <a:t>2. Curate and Weight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AFB44D1-FB22-5DF8-D4B6-9F42D2AE7DD8}"/>
              </a:ext>
            </a:extLst>
          </p:cNvPr>
          <p:cNvSpPr/>
          <p:nvPr/>
        </p:nvSpPr>
        <p:spPr>
          <a:xfrm>
            <a:off x="7866703" y="1292113"/>
            <a:ext cx="2662030" cy="1817570"/>
          </a:xfrm>
          <a:prstGeom prst="roundRect">
            <a:avLst>
              <a:gd name="adj" fmla="val 3680"/>
            </a:avLst>
          </a:prstGeom>
          <a:noFill/>
          <a:ln w="19050">
            <a:solidFill>
              <a:srgbClr val="0E17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B17BC0-3302-74E6-11A8-3C3E8E31908E}"/>
              </a:ext>
            </a:extLst>
          </p:cNvPr>
          <p:cNvSpPr/>
          <p:nvPr/>
        </p:nvSpPr>
        <p:spPr>
          <a:xfrm>
            <a:off x="4064802" y="1642281"/>
            <a:ext cx="1098713" cy="39523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444FCD"/>
                </a:solidFill>
              </a:rPr>
              <a:t>B. branch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EECF2A5-312C-5EE0-A029-FCDB83DAE3B1}"/>
              </a:ext>
            </a:extLst>
          </p:cNvPr>
          <p:cNvSpPr/>
          <p:nvPr/>
        </p:nvSpPr>
        <p:spPr>
          <a:xfrm>
            <a:off x="5461287" y="1695100"/>
            <a:ext cx="1067721" cy="3002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444FCD"/>
                </a:solidFill>
              </a:rPr>
              <a:t>C. repeat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3CE4D39-431D-B7B0-DFF3-EB76D63D2311}"/>
              </a:ext>
            </a:extLst>
          </p:cNvPr>
          <p:cNvGrpSpPr/>
          <p:nvPr/>
        </p:nvGrpSpPr>
        <p:grpSpPr>
          <a:xfrm>
            <a:off x="1588770" y="2003062"/>
            <a:ext cx="5980160" cy="2886439"/>
            <a:chOff x="1570699" y="2012995"/>
            <a:chExt cx="5919950" cy="288643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80DFF85-529A-E8AC-89DE-E075297CB589}"/>
                </a:ext>
              </a:extLst>
            </p:cNvPr>
            <p:cNvSpPr/>
            <p:nvPr/>
          </p:nvSpPr>
          <p:spPr>
            <a:xfrm>
              <a:off x="6636874" y="3536842"/>
              <a:ext cx="853775" cy="28031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</a:rPr>
                <a:t>Score: 0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A4F8A32-8F77-CA16-378F-E892F7500008}"/>
                </a:ext>
              </a:extLst>
            </p:cNvPr>
            <p:cNvGrpSpPr/>
            <p:nvPr/>
          </p:nvGrpSpPr>
          <p:grpSpPr>
            <a:xfrm>
              <a:off x="1570699" y="2012995"/>
              <a:ext cx="5919950" cy="2886439"/>
              <a:chOff x="1436335" y="3074709"/>
              <a:chExt cx="5919950" cy="2886439"/>
            </a:xfrm>
          </p:grpSpPr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0C296404-FA25-B256-AFFE-87EC545B590F}"/>
                  </a:ext>
                </a:extLst>
              </p:cNvPr>
              <p:cNvGrpSpPr/>
              <p:nvPr/>
            </p:nvGrpSpPr>
            <p:grpSpPr>
              <a:xfrm>
                <a:off x="1436335" y="3074709"/>
                <a:ext cx="5919950" cy="2886439"/>
                <a:chOff x="1650664" y="2095135"/>
                <a:chExt cx="5919950" cy="2886439"/>
              </a:xfrm>
            </p:grpSpPr>
            <p:sp>
              <p:nvSpPr>
                <p:cNvPr id="20" name="Rectangle: Rounded Corners 19">
                  <a:extLst>
                    <a:ext uri="{FF2B5EF4-FFF2-40B4-BE49-F238E27FC236}">
                      <a16:creationId xmlns:a16="http://schemas.microsoft.com/office/drawing/2014/main" id="{DDA83FE1-A7B0-9869-FCA4-2CAE4DA5E82E}"/>
                    </a:ext>
                  </a:extLst>
                </p:cNvPr>
                <p:cNvSpPr/>
                <p:nvPr/>
              </p:nvSpPr>
              <p:spPr>
                <a:xfrm>
                  <a:off x="1650664" y="2095135"/>
                  <a:ext cx="3805195" cy="2886439"/>
                </a:xfrm>
                <a:prstGeom prst="roundRect">
                  <a:avLst>
                    <a:gd name="adj" fmla="val 2580"/>
                  </a:avLst>
                </a:prstGeom>
                <a:solidFill>
                  <a:schemeClr val="accent1">
                    <a:lumMod val="20000"/>
                    <a:lumOff val="80000"/>
                    <a:alpha val="51000"/>
                  </a:schemeClr>
                </a:solidFill>
                <a:ln w="15875">
                  <a:solidFill>
                    <a:srgbClr val="0E17C8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DF175F77-997A-4168-FFC1-5A584AF857D2}"/>
                    </a:ext>
                  </a:extLst>
                </p:cNvPr>
                <p:cNvGrpSpPr/>
                <p:nvPr/>
              </p:nvGrpSpPr>
              <p:grpSpPr>
                <a:xfrm>
                  <a:off x="1840109" y="2202677"/>
                  <a:ext cx="5730505" cy="2599653"/>
                  <a:chOff x="2251442" y="2119409"/>
                  <a:chExt cx="5730505" cy="2599653"/>
                </a:xfrm>
              </p:grpSpPr>
              <p:grpSp>
                <p:nvGrpSpPr>
                  <p:cNvPr id="29" name="Group 28">
                    <a:extLst>
                      <a:ext uri="{FF2B5EF4-FFF2-40B4-BE49-F238E27FC236}">
                        <a16:creationId xmlns:a16="http://schemas.microsoft.com/office/drawing/2014/main" id="{2CE07C34-A560-FCAE-4496-4402C6815750}"/>
                      </a:ext>
                    </a:extLst>
                  </p:cNvPr>
                  <p:cNvGrpSpPr/>
                  <p:nvPr/>
                </p:nvGrpSpPr>
                <p:grpSpPr>
                  <a:xfrm>
                    <a:off x="2251442" y="2119409"/>
                    <a:ext cx="1977602" cy="2599653"/>
                    <a:chOff x="1875605" y="2288191"/>
                    <a:chExt cx="1977602" cy="2599653"/>
                  </a:xfrm>
                </p:grpSpPr>
                <p:cxnSp>
                  <p:nvCxnSpPr>
                    <p:cNvPr id="52" name="Straight Arrow Connector 51">
                      <a:extLst>
                        <a:ext uri="{FF2B5EF4-FFF2-40B4-BE49-F238E27FC236}">
                          <a16:creationId xmlns:a16="http://schemas.microsoft.com/office/drawing/2014/main" id="{16675648-9D9A-71D9-E3E8-F48629BB22E1}"/>
                        </a:ext>
                      </a:extLst>
                    </p:cNvPr>
                    <p:cNvCxnSpPr>
                      <a:cxnSpLocks/>
                      <a:stCxn id="58" idx="3"/>
                    </p:cNvCxnSpPr>
                    <p:nvPr/>
                  </p:nvCxnSpPr>
                  <p:spPr>
                    <a:xfrm flipV="1">
                      <a:off x="2636686" y="2446514"/>
                      <a:ext cx="696652" cy="1078867"/>
                    </a:xfrm>
                    <a:prstGeom prst="straightConnector1">
                      <a:avLst/>
                    </a:prstGeom>
                    <a:ln w="15875"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3" name="Straight Arrow Connector 52">
                      <a:extLst>
                        <a:ext uri="{FF2B5EF4-FFF2-40B4-BE49-F238E27FC236}">
                          <a16:creationId xmlns:a16="http://schemas.microsoft.com/office/drawing/2014/main" id="{14F4D0C9-A1F7-CD9A-87DF-D3EE4DAFFB67}"/>
                        </a:ext>
                      </a:extLst>
                    </p:cNvPr>
                    <p:cNvCxnSpPr>
                      <a:cxnSpLocks/>
                      <a:stCxn id="58" idx="3"/>
                    </p:cNvCxnSpPr>
                    <p:nvPr/>
                  </p:nvCxnSpPr>
                  <p:spPr>
                    <a:xfrm flipV="1">
                      <a:off x="2636686" y="2862301"/>
                      <a:ext cx="676966" cy="663080"/>
                    </a:xfrm>
                    <a:prstGeom prst="straightConnector1">
                      <a:avLst/>
                    </a:prstGeom>
                    <a:ln w="15875"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4" name="Straight Arrow Connector 53">
                      <a:extLst>
                        <a:ext uri="{FF2B5EF4-FFF2-40B4-BE49-F238E27FC236}">
                          <a16:creationId xmlns:a16="http://schemas.microsoft.com/office/drawing/2014/main" id="{787904D7-1483-1281-E5C6-FBA3FBA9B01A}"/>
                        </a:ext>
                      </a:extLst>
                    </p:cNvPr>
                    <p:cNvCxnSpPr>
                      <a:cxnSpLocks/>
                      <a:stCxn id="58" idx="3"/>
                    </p:cNvCxnSpPr>
                    <p:nvPr/>
                  </p:nvCxnSpPr>
                  <p:spPr>
                    <a:xfrm flipV="1">
                      <a:off x="2636686" y="3309889"/>
                      <a:ext cx="676966" cy="215492"/>
                    </a:xfrm>
                    <a:prstGeom prst="straightConnector1">
                      <a:avLst/>
                    </a:prstGeom>
                    <a:ln w="15875"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5" name="Straight Arrow Connector 54">
                      <a:extLst>
                        <a:ext uri="{FF2B5EF4-FFF2-40B4-BE49-F238E27FC236}">
                          <a16:creationId xmlns:a16="http://schemas.microsoft.com/office/drawing/2014/main" id="{62469662-FF21-3675-3239-CC82EC0E0161}"/>
                        </a:ext>
                      </a:extLst>
                    </p:cNvPr>
                    <p:cNvCxnSpPr>
                      <a:cxnSpLocks/>
                      <a:stCxn id="58" idx="3"/>
                    </p:cNvCxnSpPr>
                    <p:nvPr/>
                  </p:nvCxnSpPr>
                  <p:spPr>
                    <a:xfrm>
                      <a:off x="2636686" y="3525381"/>
                      <a:ext cx="676966" cy="688494"/>
                    </a:xfrm>
                    <a:prstGeom prst="straightConnector1">
                      <a:avLst/>
                    </a:prstGeom>
                    <a:ln w="15875"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6" name="Straight Arrow Connector 55">
                      <a:extLst>
                        <a:ext uri="{FF2B5EF4-FFF2-40B4-BE49-F238E27FC236}">
                          <a16:creationId xmlns:a16="http://schemas.microsoft.com/office/drawing/2014/main" id="{E48F6D72-04AA-C3DE-6A4F-DCD488232D78}"/>
                        </a:ext>
                      </a:extLst>
                    </p:cNvPr>
                    <p:cNvCxnSpPr>
                      <a:cxnSpLocks/>
                      <a:stCxn id="58" idx="3"/>
                    </p:cNvCxnSpPr>
                    <p:nvPr/>
                  </p:nvCxnSpPr>
                  <p:spPr>
                    <a:xfrm>
                      <a:off x="2636686" y="3525381"/>
                      <a:ext cx="676966" cy="1164845"/>
                    </a:xfrm>
                    <a:prstGeom prst="straightConnector1">
                      <a:avLst/>
                    </a:prstGeom>
                    <a:ln w="15875"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57" name="Group 56">
                      <a:extLst>
                        <a:ext uri="{FF2B5EF4-FFF2-40B4-BE49-F238E27FC236}">
                          <a16:creationId xmlns:a16="http://schemas.microsoft.com/office/drawing/2014/main" id="{83C5E678-01DC-349C-75B3-322F36A54E7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88441" y="2288191"/>
                      <a:ext cx="464766" cy="787055"/>
                      <a:chOff x="3388441" y="2288191"/>
                      <a:chExt cx="464766" cy="787055"/>
                    </a:xfrm>
                  </p:grpSpPr>
                  <p:sp>
                    <p:nvSpPr>
                      <p:cNvPr id="70" name="Rectangle: Rounded Corners 69">
                        <a:extLst>
                          <a:ext uri="{FF2B5EF4-FFF2-40B4-BE49-F238E27FC236}">
                            <a16:creationId xmlns:a16="http://schemas.microsoft.com/office/drawing/2014/main" id="{EC5127C9-7B39-BD13-9E9A-ECFEA6854A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388441" y="2314087"/>
                        <a:ext cx="464766" cy="761159"/>
                      </a:xfrm>
                      <a:prstGeom prst="roundRect">
                        <a:avLst>
                          <a:gd name="adj" fmla="val 14513"/>
                        </a:avLst>
                      </a:prstGeom>
                      <a:solidFill>
                        <a:schemeClr val="accent4">
                          <a:lumMod val="40000"/>
                          <a:lumOff val="60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71" name="Rectangle 70">
                            <a:extLst>
                              <a:ext uri="{FF2B5EF4-FFF2-40B4-BE49-F238E27FC236}">
                                <a16:creationId xmlns:a16="http://schemas.microsoft.com/office/drawing/2014/main" id="{C35291C0-470D-CBB9-5501-F5C85D7FC2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3538872" y="2288191"/>
                            <a:ext cx="227807" cy="371819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>
                                    <m:sSubPr>
                                      <m:ctrlPr>
                                        <a:rPr lang="en-US" sz="140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oMath>
                              </m:oMathPara>
                            </a14:m>
                            <a:endParaRPr lang="en-US" sz="1200" dirty="0">
                              <a:solidFill>
                                <a:srgbClr val="444FCD"/>
                              </a:solidFill>
                            </a:endParaRP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18" name="Rectangle 17">
                            <a:extLst>
                              <a:ext uri="{FF2B5EF4-FFF2-40B4-BE49-F238E27FC236}">
                                <a16:creationId xmlns:a16="http://schemas.microsoft.com/office/drawing/2014/main" id="{286086DA-F529-4532-4C6D-A2BF30891FBA}"/>
                              </a:ext>
                            </a:extLst>
                          </p:cNvPr>
                          <p:cNvSpPr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3538872" y="2288191"/>
                            <a:ext cx="227807" cy="371819"/>
                          </a:xfrm>
                          <a:prstGeom prst="rect">
                            <a:avLst/>
                          </a:prstGeom>
                          <a:blipFill>
                            <a:blip r:embed="rId5"/>
                            <a:stretch>
                              <a:fillRect l="-18919"/>
                            </a:stretch>
                          </a:blipFill>
                          <a:ln>
                            <a:noFill/>
                          </a:ln>
                        </p:spPr>
                        <p:txBody>
                          <a:bodyPr/>
                          <a:lstStyle/>
                          <a:p>
                            <a:r>
                              <a:rPr 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72" name="Rectangle 71">
                            <a:extLst>
                              <a:ext uri="{FF2B5EF4-FFF2-40B4-BE49-F238E27FC236}">
                                <a16:creationId xmlns:a16="http://schemas.microsoft.com/office/drawing/2014/main" id="{74D75A6F-345E-5F41-9536-AA62572ACEB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3538872" y="2657719"/>
                            <a:ext cx="227807" cy="371819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>
                                    <m:sSubPr>
                                      <m:ctrlPr>
                                        <a:rPr lang="en-US" sz="140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oMath>
                              </m:oMathPara>
                            </a14:m>
                            <a:endParaRPr lang="en-US" sz="1200" dirty="0">
                              <a:solidFill>
                                <a:srgbClr val="444FCD"/>
                              </a:solidFill>
                            </a:endParaRP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19" name="Rectangle 18">
                            <a:extLst>
                              <a:ext uri="{FF2B5EF4-FFF2-40B4-BE49-F238E27FC236}">
                                <a16:creationId xmlns:a16="http://schemas.microsoft.com/office/drawing/2014/main" id="{E38BCA38-CA09-7D9F-3905-B40D83C603D2}"/>
                              </a:ext>
                            </a:extLst>
                          </p:cNvPr>
                          <p:cNvSpPr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3538872" y="2657719"/>
                            <a:ext cx="227807" cy="371819"/>
                          </a:xfrm>
                          <a:prstGeom prst="rect">
                            <a:avLst/>
                          </a:prstGeom>
                          <a:blipFill>
                            <a:blip r:embed="rId5"/>
                            <a:stretch>
                              <a:fillRect l="-18919"/>
                            </a:stretch>
                          </a:blipFill>
                          <a:ln>
                            <a:noFill/>
                          </a:ln>
                        </p:spPr>
                        <p:txBody>
                          <a:bodyPr/>
                          <a:lstStyle/>
                          <a:p>
                            <a:r>
                              <a:rPr 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  <p:sp>
                  <p:nvSpPr>
                    <p:cNvPr id="58" name="Rectangle: Rounded Corners 57">
                      <a:extLst>
                        <a:ext uri="{FF2B5EF4-FFF2-40B4-BE49-F238E27FC236}">
                          <a16:creationId xmlns:a16="http://schemas.microsoft.com/office/drawing/2014/main" id="{0EA5E404-BC8D-6A83-E042-F76E7AEE58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75605" y="3287270"/>
                      <a:ext cx="761081" cy="476222"/>
                    </a:xfrm>
                    <a:prstGeom prst="roundRect">
                      <a:avLst>
                        <a:gd name="adj" fmla="val 12775"/>
                      </a:avLst>
                    </a:prstGeom>
                    <a:solidFill>
                      <a:srgbClr val="B6D5F9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Same prompt</a:t>
                      </a:r>
                    </a:p>
                  </p:txBody>
                </p:sp>
                <p:grpSp>
                  <p:nvGrpSpPr>
                    <p:cNvPr id="59" name="Group 58">
                      <a:extLst>
                        <a:ext uri="{FF2B5EF4-FFF2-40B4-BE49-F238E27FC236}">
                          <a16:creationId xmlns:a16="http://schemas.microsoft.com/office/drawing/2014/main" id="{144B0633-DBEF-6FC0-E241-28E624DE228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88441" y="3984100"/>
                      <a:ext cx="464766" cy="427393"/>
                      <a:chOff x="3928845" y="3600415"/>
                      <a:chExt cx="464766" cy="427393"/>
                    </a:xfrm>
                  </p:grpSpPr>
                  <p:sp>
                    <p:nvSpPr>
                      <p:cNvPr id="68" name="Rectangle: Rounded Corners 67">
                        <a:extLst>
                          <a:ext uri="{FF2B5EF4-FFF2-40B4-BE49-F238E27FC236}">
                            <a16:creationId xmlns:a16="http://schemas.microsoft.com/office/drawing/2014/main" id="{F2266F13-31A8-F763-8240-7A23E5711CC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928845" y="3632572"/>
                        <a:ext cx="464766" cy="395236"/>
                      </a:xfrm>
                      <a:prstGeom prst="roundRect">
                        <a:avLst>
                          <a:gd name="adj" fmla="val 14513"/>
                        </a:avLst>
                      </a:prstGeom>
                      <a:solidFill>
                        <a:srgbClr val="F8D0D5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9" name="Rectangle 68">
                            <a:extLst>
                              <a:ext uri="{FF2B5EF4-FFF2-40B4-BE49-F238E27FC236}">
                                <a16:creationId xmlns:a16="http://schemas.microsoft.com/office/drawing/2014/main" id="{E4889DD5-3E3B-970A-A42E-969E043E83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74700" y="3600415"/>
                            <a:ext cx="227807" cy="39523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>
                                    <m:sSubPr>
                                      <m:ctrlPr>
                                        <a:rPr lang="en-US" sz="140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oMath>
                              </m:oMathPara>
                            </a14:m>
                            <a:endParaRPr lang="en-US" sz="1200" dirty="0">
                              <a:solidFill>
                                <a:srgbClr val="444FCD"/>
                              </a:solidFill>
                            </a:endParaRP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56" name="Rectangle 55">
                            <a:extLst>
                              <a:ext uri="{FF2B5EF4-FFF2-40B4-BE49-F238E27FC236}">
                                <a16:creationId xmlns:a16="http://schemas.microsoft.com/office/drawing/2014/main" id="{B58C7265-051D-87F0-10DE-4AE57D12B092}"/>
                              </a:ext>
                            </a:extLst>
                          </p:cNvPr>
                          <p:cNvSpPr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4074700" y="3600415"/>
                            <a:ext cx="227807" cy="395236"/>
                          </a:xfrm>
                          <a:prstGeom prst="rect">
                            <a:avLst/>
                          </a:prstGeom>
                          <a:blipFill>
                            <a:blip r:embed="rId6"/>
                            <a:stretch>
                              <a:fillRect l="-21053"/>
                            </a:stretch>
                          </a:blipFill>
                          <a:ln>
                            <a:noFill/>
                          </a:ln>
                        </p:spPr>
                        <p:txBody>
                          <a:bodyPr/>
                          <a:lstStyle/>
                          <a:p>
                            <a:r>
                              <a:rPr 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  <p:cxnSp>
                  <p:nvCxnSpPr>
                    <p:cNvPr id="60" name="Straight Arrow Connector 59">
                      <a:extLst>
                        <a:ext uri="{FF2B5EF4-FFF2-40B4-BE49-F238E27FC236}">
                          <a16:creationId xmlns:a16="http://schemas.microsoft.com/office/drawing/2014/main" id="{46126AEC-57D2-BA18-D647-84B97F0282BC}"/>
                        </a:ext>
                      </a:extLst>
                    </p:cNvPr>
                    <p:cNvCxnSpPr>
                      <a:cxnSpLocks/>
                      <a:stCxn id="58" idx="3"/>
                    </p:cNvCxnSpPr>
                    <p:nvPr/>
                  </p:nvCxnSpPr>
                  <p:spPr>
                    <a:xfrm>
                      <a:off x="2636686" y="3525381"/>
                      <a:ext cx="676966" cy="242528"/>
                    </a:xfrm>
                    <a:prstGeom prst="straightConnector1">
                      <a:avLst/>
                    </a:prstGeom>
                    <a:ln w="15875"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1" name="Group 60">
                      <a:extLst>
                        <a:ext uri="{FF2B5EF4-FFF2-40B4-BE49-F238E27FC236}">
                          <a16:creationId xmlns:a16="http://schemas.microsoft.com/office/drawing/2014/main" id="{13A8E6FB-6A16-10EA-62B1-3D8006ADA3B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88441" y="3149059"/>
                      <a:ext cx="464766" cy="787055"/>
                      <a:chOff x="3388441" y="2288191"/>
                      <a:chExt cx="464766" cy="787055"/>
                    </a:xfrm>
                  </p:grpSpPr>
                  <p:sp>
                    <p:nvSpPr>
                      <p:cNvPr id="65" name="Rectangle: Rounded Corners 64">
                        <a:extLst>
                          <a:ext uri="{FF2B5EF4-FFF2-40B4-BE49-F238E27FC236}">
                            <a16:creationId xmlns:a16="http://schemas.microsoft.com/office/drawing/2014/main" id="{CD77AA72-A7B3-5152-994D-6F887B61BB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388441" y="2314087"/>
                        <a:ext cx="464766" cy="761159"/>
                      </a:xfrm>
                      <a:prstGeom prst="roundRect">
                        <a:avLst>
                          <a:gd name="adj" fmla="val 14513"/>
                        </a:avLst>
                      </a:prstGeom>
                      <a:solidFill>
                        <a:schemeClr val="accent4">
                          <a:lumMod val="40000"/>
                          <a:lumOff val="60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6" name="Rectangle 65">
                            <a:extLst>
                              <a:ext uri="{FF2B5EF4-FFF2-40B4-BE49-F238E27FC236}">
                                <a16:creationId xmlns:a16="http://schemas.microsoft.com/office/drawing/2014/main" id="{D5528A41-D7EA-7396-C074-4E4E627F0C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3538872" y="2288191"/>
                            <a:ext cx="227807" cy="371819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>
                                    <m:sSubPr>
                                      <m:ctrlPr>
                                        <a:rPr lang="en-US" sz="140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oMath>
                              </m:oMathPara>
                            </a14:m>
                            <a:endParaRPr lang="en-US" sz="1200" dirty="0">
                              <a:solidFill>
                                <a:srgbClr val="444FCD"/>
                              </a:solidFill>
                            </a:endParaRP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84" name="Rectangle 83">
                            <a:extLst>
                              <a:ext uri="{FF2B5EF4-FFF2-40B4-BE49-F238E27FC236}">
                                <a16:creationId xmlns:a16="http://schemas.microsoft.com/office/drawing/2014/main" id="{8D3DB30C-6A2D-007F-87CB-1ED73685D711}"/>
                              </a:ext>
                            </a:extLst>
                          </p:cNvPr>
                          <p:cNvSpPr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3538872" y="2288191"/>
                            <a:ext cx="227807" cy="371819"/>
                          </a:xfrm>
                          <a:prstGeom prst="rect">
                            <a:avLst/>
                          </a:prstGeom>
                          <a:blipFill>
                            <a:blip r:embed="rId7"/>
                            <a:stretch>
                              <a:fillRect l="-21622"/>
                            </a:stretch>
                          </a:blipFill>
                          <a:ln>
                            <a:noFill/>
                          </a:ln>
                        </p:spPr>
                        <p:txBody>
                          <a:bodyPr/>
                          <a:lstStyle/>
                          <a:p>
                            <a:r>
                              <a:rPr 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7" name="Rectangle 66">
                            <a:extLst>
                              <a:ext uri="{FF2B5EF4-FFF2-40B4-BE49-F238E27FC236}">
                                <a16:creationId xmlns:a16="http://schemas.microsoft.com/office/drawing/2014/main" id="{413E65AC-7895-2350-BF5E-7C829CAAFA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3538872" y="2657719"/>
                            <a:ext cx="227807" cy="371819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>
                                    <m:sSubPr>
                                      <m:ctrlPr>
                                        <a:rPr lang="en-US" sz="140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oMath>
                              </m:oMathPara>
                            </a14:m>
                            <a:endParaRPr lang="en-US" sz="1200" dirty="0">
                              <a:solidFill>
                                <a:srgbClr val="444FCD"/>
                              </a:solidFill>
                            </a:endParaRP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85" name="Rectangle 84">
                            <a:extLst>
                              <a:ext uri="{FF2B5EF4-FFF2-40B4-BE49-F238E27FC236}">
                                <a16:creationId xmlns:a16="http://schemas.microsoft.com/office/drawing/2014/main" id="{AEF3E290-5B38-027E-4D7C-27EC0A12E0D3}"/>
                              </a:ext>
                            </a:extLst>
                          </p:cNvPr>
                          <p:cNvSpPr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3538872" y="2657719"/>
                            <a:ext cx="227807" cy="371819"/>
                          </a:xfrm>
                          <a:prstGeom prst="rect">
                            <a:avLst/>
                          </a:prstGeom>
                          <a:blipFill>
                            <a:blip r:embed="rId7"/>
                            <a:stretch>
                              <a:fillRect l="-21622"/>
                            </a:stretch>
                          </a:blipFill>
                          <a:ln>
                            <a:noFill/>
                          </a:ln>
                        </p:spPr>
                        <p:txBody>
                          <a:bodyPr/>
                          <a:lstStyle/>
                          <a:p>
                            <a:r>
                              <a:rPr 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  <p:grpSp>
                  <p:nvGrpSpPr>
                    <p:cNvPr id="62" name="Group 61">
                      <a:extLst>
                        <a:ext uri="{FF2B5EF4-FFF2-40B4-BE49-F238E27FC236}">
                          <a16:creationId xmlns:a16="http://schemas.microsoft.com/office/drawing/2014/main" id="{90F09A62-09AF-1DE4-4D76-6110E5D5692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88441" y="4460451"/>
                      <a:ext cx="464766" cy="427393"/>
                      <a:chOff x="3928845" y="3600415"/>
                      <a:chExt cx="464766" cy="427393"/>
                    </a:xfrm>
                  </p:grpSpPr>
                  <p:sp>
                    <p:nvSpPr>
                      <p:cNvPr id="63" name="Rectangle: Rounded Corners 62">
                        <a:extLst>
                          <a:ext uri="{FF2B5EF4-FFF2-40B4-BE49-F238E27FC236}">
                            <a16:creationId xmlns:a16="http://schemas.microsoft.com/office/drawing/2014/main" id="{32B035CA-CEC7-F431-0296-7785EBA9AA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928845" y="3632572"/>
                        <a:ext cx="464766" cy="395236"/>
                      </a:xfrm>
                      <a:prstGeom prst="roundRect">
                        <a:avLst>
                          <a:gd name="adj" fmla="val 14513"/>
                        </a:avLst>
                      </a:prstGeom>
                      <a:solidFill>
                        <a:srgbClr val="F8D0D5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4" name="Rectangle 63">
                            <a:extLst>
                              <a:ext uri="{FF2B5EF4-FFF2-40B4-BE49-F238E27FC236}">
                                <a16:creationId xmlns:a16="http://schemas.microsoft.com/office/drawing/2014/main" id="{630B3089-F590-D349-5BD5-AE441AC44F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74700" y="3600415"/>
                            <a:ext cx="227807" cy="39523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>
                                    <m:sSubPr>
                                      <m:ctrlPr>
                                        <a:rPr lang="en-US" sz="140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sub>
                                  </m:sSub>
                                </m:oMath>
                              </m:oMathPara>
                            </a14:m>
                            <a:endParaRPr lang="en-US" sz="1200" dirty="0">
                              <a:solidFill>
                                <a:srgbClr val="444FCD"/>
                              </a:solidFill>
                            </a:endParaRP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90" name="Rectangle 89">
                            <a:extLst>
                              <a:ext uri="{FF2B5EF4-FFF2-40B4-BE49-F238E27FC236}">
                                <a16:creationId xmlns:a16="http://schemas.microsoft.com/office/drawing/2014/main" id="{2776551F-A17F-8C1B-ED82-F710BAC994FC}"/>
                              </a:ext>
                            </a:extLst>
                          </p:cNvPr>
                          <p:cNvSpPr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4074700" y="3600415"/>
                            <a:ext cx="227807" cy="395236"/>
                          </a:xfrm>
                          <a:prstGeom prst="rect">
                            <a:avLst/>
                          </a:prstGeom>
                          <a:blipFill>
                            <a:blip r:embed="rId8"/>
                            <a:stretch>
                              <a:fillRect l="-21053"/>
                            </a:stretch>
                          </a:blipFill>
                          <a:ln>
                            <a:noFill/>
                          </a:ln>
                        </p:spPr>
                        <p:txBody>
                          <a:bodyPr/>
                          <a:lstStyle/>
                          <a:p>
                            <a:r>
                              <a:rPr 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</p:grp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842DE318-CE96-3560-CF2C-32BF41F98A87}"/>
                      </a:ext>
                    </a:extLst>
                  </p:cNvPr>
                  <p:cNvSpPr/>
                  <p:nvPr/>
                </p:nvSpPr>
                <p:spPr>
                  <a:xfrm>
                    <a:off x="4417524" y="3931276"/>
                    <a:ext cx="1423992" cy="395236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200" b="1" dirty="0">
                        <a:solidFill>
                          <a:schemeClr val="tx1"/>
                        </a:solidFill>
                      </a:rPr>
                      <a:t>M</a:t>
                    </a:r>
                    <a:r>
                      <a:rPr lang="en-US" altLang="zh-CN" sz="1200" b="1" dirty="0">
                        <a:solidFill>
                          <a:schemeClr val="tx1"/>
                        </a:solidFill>
                      </a:rPr>
                      <a:t>inority</a:t>
                    </a:r>
                    <a:r>
                      <a:rPr lang="en-US" sz="1200" b="1" dirty="0">
                        <a:solidFill>
                          <a:schemeClr val="tx1"/>
                        </a:solidFill>
                      </a:rPr>
                      <a:t> Actions:</a:t>
                    </a:r>
                  </a:p>
                </p:txBody>
              </p:sp>
              <p:sp>
                <p:nvSpPr>
                  <p:cNvPr id="31" name="Right Brace 30">
                    <a:extLst>
                      <a:ext uri="{FF2B5EF4-FFF2-40B4-BE49-F238E27FC236}">
                        <a16:creationId xmlns:a16="http://schemas.microsoft.com/office/drawing/2014/main" id="{6B421540-254F-7003-AE4E-D3E4830A5BB8}"/>
                      </a:ext>
                    </a:extLst>
                  </p:cNvPr>
                  <p:cNvSpPr/>
                  <p:nvPr/>
                </p:nvSpPr>
                <p:spPr>
                  <a:xfrm>
                    <a:off x="4307617" y="3847475"/>
                    <a:ext cx="178678" cy="871587"/>
                  </a:xfrm>
                  <a:prstGeom prst="rightBrace">
                    <a:avLst>
                      <a:gd name="adj1" fmla="val 50979"/>
                      <a:gd name="adj2" fmla="val 50000"/>
                    </a:avLst>
                  </a:prstGeom>
                  <a:ln w="158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32" name="Group 31">
                    <a:extLst>
                      <a:ext uri="{FF2B5EF4-FFF2-40B4-BE49-F238E27FC236}">
                        <a16:creationId xmlns:a16="http://schemas.microsoft.com/office/drawing/2014/main" id="{857621EF-9219-27F9-61D6-1F80823F36FC}"/>
                      </a:ext>
                    </a:extLst>
                  </p:cNvPr>
                  <p:cNvGrpSpPr/>
                  <p:nvPr/>
                </p:nvGrpSpPr>
                <p:grpSpPr>
                  <a:xfrm>
                    <a:off x="4385163" y="2235914"/>
                    <a:ext cx="1731307" cy="599887"/>
                    <a:chOff x="4385163" y="2235914"/>
                    <a:chExt cx="1731307" cy="599887"/>
                  </a:xfrm>
                </p:grpSpPr>
                <p:cxnSp>
                  <p:nvCxnSpPr>
                    <p:cNvPr id="48" name="Straight Arrow Connector 47">
                      <a:extLst>
                        <a:ext uri="{FF2B5EF4-FFF2-40B4-BE49-F238E27FC236}">
                          <a16:creationId xmlns:a16="http://schemas.microsoft.com/office/drawing/2014/main" id="{B3AD21FF-57A3-EB31-3755-CEF4482E9029}"/>
                        </a:ext>
                      </a:extLst>
                    </p:cNvPr>
                    <p:cNvCxnSpPr>
                      <a:cxnSpLocks/>
                      <a:endCxn id="43" idx="2"/>
                    </p:cNvCxnSpPr>
                    <p:nvPr/>
                  </p:nvCxnSpPr>
                  <p:spPr>
                    <a:xfrm>
                      <a:off x="4385163" y="2544068"/>
                      <a:ext cx="1731307" cy="0"/>
                    </a:xfrm>
                    <a:prstGeom prst="straightConnector1">
                      <a:avLst/>
                    </a:prstGeom>
                    <a:ln w="15875"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5866EF34-23A0-AA45-8F7F-5839709ECCA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433684" y="2235914"/>
                      <a:ext cx="1348391" cy="599887"/>
                      <a:chOff x="4457391" y="2245569"/>
                      <a:chExt cx="1348391" cy="599887"/>
                    </a:xfrm>
                  </p:grpSpPr>
                  <p:sp>
                    <p:nvSpPr>
                      <p:cNvPr id="50" name="Rectangle 49">
                        <a:extLst>
                          <a:ext uri="{FF2B5EF4-FFF2-40B4-BE49-F238E27FC236}">
                            <a16:creationId xmlns:a16="http://schemas.microsoft.com/office/drawing/2014/main" id="{583AE0ED-3F89-80BE-1CC2-2B13097836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57391" y="2245569"/>
                        <a:ext cx="1348391" cy="28031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1200" b="1" dirty="0">
                            <a:solidFill>
                              <a:schemeClr val="tx1"/>
                            </a:solidFill>
                          </a:rPr>
                          <a:t>Majority Action:</a:t>
                        </a:r>
                      </a:p>
                    </p:txBody>
                  </p:sp>
                  <p:sp>
                    <p:nvSpPr>
                      <p:cNvPr id="51" name="Rectangle 50">
                        <a:extLst>
                          <a:ext uri="{FF2B5EF4-FFF2-40B4-BE49-F238E27FC236}">
                            <a16:creationId xmlns:a16="http://schemas.microsoft.com/office/drawing/2014/main" id="{2C569802-EEA5-331D-DA87-76B6C973235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42451" y="2565141"/>
                        <a:ext cx="1029432" cy="28031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1200" b="1" dirty="0">
                            <a:solidFill>
                              <a:schemeClr val="tx1"/>
                            </a:solidFill>
                          </a:rPr>
                          <a:t>B</a:t>
                        </a:r>
                        <a:r>
                          <a:rPr lang="en-US" altLang="zh-CN" sz="1200" b="1" dirty="0">
                            <a:solidFill>
                              <a:schemeClr val="tx1"/>
                            </a:solidFill>
                          </a:rPr>
                          <a:t>ranching</a:t>
                        </a:r>
                        <a:endParaRPr lang="en-US" sz="1200" b="1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33" name="Group 32">
                    <a:extLst>
                      <a:ext uri="{FF2B5EF4-FFF2-40B4-BE49-F238E27FC236}">
                        <a16:creationId xmlns:a16="http://schemas.microsoft.com/office/drawing/2014/main" id="{5E93B317-7C5A-E57E-C58F-8B69D41F8FC7}"/>
                      </a:ext>
                    </a:extLst>
                  </p:cNvPr>
                  <p:cNvGrpSpPr/>
                  <p:nvPr/>
                </p:nvGrpSpPr>
                <p:grpSpPr>
                  <a:xfrm>
                    <a:off x="6116470" y="2447839"/>
                    <a:ext cx="1053326" cy="192457"/>
                    <a:chOff x="6116470" y="2447839"/>
                    <a:chExt cx="1053326" cy="192457"/>
                  </a:xfrm>
                </p:grpSpPr>
                <p:sp>
                  <p:nvSpPr>
                    <p:cNvPr id="43" name="Oval 42">
                      <a:extLst>
                        <a:ext uri="{FF2B5EF4-FFF2-40B4-BE49-F238E27FC236}">
                          <a16:creationId xmlns:a16="http://schemas.microsoft.com/office/drawing/2014/main" id="{508F6939-3878-8A5A-4972-64C16529A12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116470" y="2447839"/>
                      <a:ext cx="192457" cy="192457"/>
                    </a:xfrm>
                    <a:prstGeom prst="ellipse">
                      <a:avLst/>
                    </a:prstGeom>
                    <a:solidFill>
                      <a:srgbClr val="B6D5F9"/>
                    </a:solidFill>
                    <a:ln w="158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44" name="Straight Connector 43">
                      <a:extLst>
                        <a:ext uri="{FF2B5EF4-FFF2-40B4-BE49-F238E27FC236}">
                          <a16:creationId xmlns:a16="http://schemas.microsoft.com/office/drawing/2014/main" id="{0738F84A-E159-BADF-B9EE-9DC72D3FEEF1}"/>
                        </a:ext>
                      </a:extLst>
                    </p:cNvPr>
                    <p:cNvCxnSpPr>
                      <a:cxnSpLocks/>
                      <a:stCxn id="43" idx="6"/>
                    </p:cNvCxnSpPr>
                    <p:nvPr/>
                  </p:nvCxnSpPr>
                  <p:spPr>
                    <a:xfrm>
                      <a:off x="6308927" y="2544068"/>
                      <a:ext cx="219075" cy="0"/>
                    </a:xfrm>
                    <a:prstGeom prst="line">
                      <a:avLst/>
                    </a:prstGeom>
                    <a:ln w="158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45" name="Oval 44">
                      <a:extLst>
                        <a:ext uri="{FF2B5EF4-FFF2-40B4-BE49-F238E27FC236}">
                          <a16:creationId xmlns:a16="http://schemas.microsoft.com/office/drawing/2014/main" id="{2F932930-56B9-9B42-2735-FB3A461F6D6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27121" y="2447839"/>
                      <a:ext cx="192457" cy="192457"/>
                    </a:xfrm>
                    <a:prstGeom prst="ellipse">
                      <a:avLst/>
                    </a:prstGeom>
                    <a:solidFill>
                      <a:srgbClr val="B6D5F9"/>
                    </a:solidFill>
                    <a:ln w="158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6" name="Oval 45">
                      <a:extLst>
                        <a:ext uri="{FF2B5EF4-FFF2-40B4-BE49-F238E27FC236}">
                          <a16:creationId xmlns:a16="http://schemas.microsoft.com/office/drawing/2014/main" id="{95153D97-20D1-AE08-726C-384FFA7DDA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977339" y="2447839"/>
                      <a:ext cx="192457" cy="192457"/>
                    </a:xfrm>
                    <a:prstGeom prst="ellipse">
                      <a:avLst/>
                    </a:prstGeom>
                    <a:solidFill>
                      <a:srgbClr val="B6D5F9"/>
                    </a:solidFill>
                    <a:ln w="158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pic>
                  <p:nvPicPr>
                    <p:cNvPr id="47" name="Picture 46">
                      <a:extLst>
                        <a:ext uri="{FF2B5EF4-FFF2-40B4-BE49-F238E27FC236}">
                          <a16:creationId xmlns:a16="http://schemas.microsoft.com/office/drawing/2014/main" id="{3D45F686-BE8E-0599-A422-290B16154D6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9"/>
                    <a:srcRect l="7153" t="6902" b="-1"/>
                    <a:stretch>
                      <a:fillRect/>
                    </a:stretch>
                  </p:blipFill>
                  <p:spPr>
                    <a:xfrm>
                      <a:off x="6762296" y="2498937"/>
                      <a:ext cx="178692" cy="85693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34" name="Picture 33">
                    <a:extLst>
                      <a:ext uri="{FF2B5EF4-FFF2-40B4-BE49-F238E27FC236}">
                        <a16:creationId xmlns:a16="http://schemas.microsoft.com/office/drawing/2014/main" id="{0609738F-087A-082E-7E9F-B6CC330AF95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7402253" y="2392322"/>
                    <a:ext cx="297917" cy="313308"/>
                  </a:xfrm>
                  <a:prstGeom prst="rect">
                    <a:avLst/>
                  </a:prstGeom>
                </p:spPr>
              </p:pic>
              <p:grpSp>
                <p:nvGrpSpPr>
                  <p:cNvPr id="35" name="Group 34">
                    <a:extLst>
                      <a:ext uri="{FF2B5EF4-FFF2-40B4-BE49-F238E27FC236}">
                        <a16:creationId xmlns:a16="http://schemas.microsoft.com/office/drawing/2014/main" id="{FB09D888-F89B-5A8C-7C03-B1CD1F4EE839}"/>
                      </a:ext>
                    </a:extLst>
                  </p:cNvPr>
                  <p:cNvGrpSpPr/>
                  <p:nvPr/>
                </p:nvGrpSpPr>
                <p:grpSpPr>
                  <a:xfrm>
                    <a:off x="4432991" y="3096782"/>
                    <a:ext cx="1348391" cy="624842"/>
                    <a:chOff x="4457391" y="2245569"/>
                    <a:chExt cx="1348391" cy="624842"/>
                  </a:xfrm>
                </p:grpSpPr>
                <p:sp>
                  <p:nvSpPr>
                    <p:cNvPr id="40" name="Rectangle 39">
                      <a:extLst>
                        <a:ext uri="{FF2B5EF4-FFF2-40B4-BE49-F238E27FC236}">
                          <a16:creationId xmlns:a16="http://schemas.microsoft.com/office/drawing/2014/main" id="{92DC5017-9750-0333-1F40-C10FE190CC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57391" y="2245569"/>
                      <a:ext cx="1348391" cy="280315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Majority Action:</a:t>
                      </a:r>
                    </a:p>
                  </p:txBody>
                </p:sp>
                <p:sp>
                  <p:nvSpPr>
                    <p:cNvPr id="41" name="Rectangle 40">
                      <a:extLst>
                        <a:ext uri="{FF2B5EF4-FFF2-40B4-BE49-F238E27FC236}">
                          <a16:creationId xmlns:a16="http://schemas.microsoft.com/office/drawing/2014/main" id="{8175D4CF-132E-C847-61E7-21242E96054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42451" y="2565141"/>
                      <a:ext cx="1029432" cy="280315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B</a:t>
                      </a:r>
                      <a:r>
                        <a:rPr lang="en-US" altLang="zh-CN" sz="1200" b="1" dirty="0">
                          <a:solidFill>
                            <a:schemeClr val="tx1"/>
                          </a:solidFill>
                        </a:rPr>
                        <a:t>ranching</a:t>
                      </a:r>
                      <a:endParaRPr lang="en-US" sz="1200" b="1" dirty="0">
                        <a:solidFill>
                          <a:schemeClr val="tx1"/>
                        </a:solidFill>
                      </a:endParaRPr>
                    </a:p>
                  </p:txBody>
                </p:sp>
                <p:pic>
                  <p:nvPicPr>
                    <p:cNvPr id="42" name="Picture 41">
                      <a:extLst>
                        <a:ext uri="{FF2B5EF4-FFF2-40B4-BE49-F238E27FC236}">
                          <a16:creationId xmlns:a16="http://schemas.microsoft.com/office/drawing/2014/main" id="{4CABD8D9-6DB9-8DF3-3B22-A354897F4FB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1">
                      <a:extLst>
                        <a:ext uri="{BEBA8EAE-BF5A-486C-A8C5-ECC9F3942E4B}">
                          <a14:imgProps xmlns:a14="http://schemas.microsoft.com/office/drawing/2010/main">
                            <a14:imgLayer r:embed="rId12">
                              <a14:imgEffect>
                                <a14:backgroundRemoval t="10000" b="90000" l="10000" r="90000"/>
                              </a14:imgEffect>
                            </a14:imgLayer>
                          </a14:imgProps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4593493" y="2557103"/>
                      <a:ext cx="297917" cy="313308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A3DA45AA-59F9-8E0B-C38F-E211FAB63375}"/>
                      </a:ext>
                    </a:extLst>
                  </p:cNvPr>
                  <p:cNvSpPr/>
                  <p:nvPr/>
                </p:nvSpPr>
                <p:spPr>
                  <a:xfrm>
                    <a:off x="7128172" y="2701804"/>
                    <a:ext cx="853775" cy="28031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200" b="1" dirty="0">
                        <a:solidFill>
                          <a:schemeClr val="tx1"/>
                        </a:solidFill>
                      </a:rPr>
                      <a:t>Score: 1</a:t>
                    </a:r>
                  </a:p>
                </p:txBody>
              </p:sp>
              <p:pic>
                <p:nvPicPr>
                  <p:cNvPr id="37" name="Picture 36">
                    <a:extLst>
                      <a:ext uri="{FF2B5EF4-FFF2-40B4-BE49-F238E27FC236}">
                        <a16:creationId xmlns:a16="http://schemas.microsoft.com/office/drawing/2014/main" id="{611EA675-7877-AA25-28C1-B281C0B5113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7402252" y="3228462"/>
                    <a:ext cx="297917" cy="285890"/>
                  </a:xfrm>
                  <a:prstGeom prst="rect">
                    <a:avLst/>
                  </a:prstGeom>
                </p:spPr>
              </p:pic>
              <p:sp>
                <p:nvSpPr>
                  <p:cNvPr id="38" name="Rectangle 37">
                    <a:extLst>
                      <a:ext uri="{FF2B5EF4-FFF2-40B4-BE49-F238E27FC236}">
                        <a16:creationId xmlns:a16="http://schemas.microsoft.com/office/drawing/2014/main" id="{5C24C7C9-04EF-F374-9B0D-45C81A950610}"/>
                      </a:ext>
                    </a:extLst>
                  </p:cNvPr>
                  <p:cNvSpPr/>
                  <p:nvPr/>
                </p:nvSpPr>
                <p:spPr>
                  <a:xfrm>
                    <a:off x="4733451" y="4237740"/>
                    <a:ext cx="1029432" cy="28031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200" b="1" dirty="0">
                        <a:solidFill>
                          <a:schemeClr val="tx1"/>
                        </a:solidFill>
                      </a:rPr>
                      <a:t>Pruning</a:t>
                    </a:r>
                  </a:p>
                </p:txBody>
              </p:sp>
              <p:pic>
                <p:nvPicPr>
                  <p:cNvPr id="39" name="Picture 38">
                    <a:extLst>
                      <a:ext uri="{FF2B5EF4-FFF2-40B4-BE49-F238E27FC236}">
                        <a16:creationId xmlns:a16="http://schemas.microsoft.com/office/drawing/2014/main" id="{71101FC3-BD0C-FC62-CD4E-4A520713AD8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>
                    <a:extLst>
                      <a:ext uri="{BEBA8EAE-BF5A-486C-A8C5-ECC9F3942E4B}">
                        <a14:imgProps xmlns:a14="http://schemas.microsoft.com/office/drawing/2010/main">
                          <a14:imgLayer r:embed="rId15">
                            <a14:imgEffect>
                              <a14:backgroundRemoval t="10000" b="90000" l="10000" r="90000">
                                <a14:foregroundMark x1="38571" y1="81250" x2="61429" y2="81250"/>
                                <a14:foregroundMark x1="37143" y1="83750" x2="62857" y2="81250"/>
                                <a14:foregroundMark x1="35714" y1="86250" x2="62857" y2="85000"/>
                                <a14:foregroundMark x1="35714" y1="81250" x2="65714" y2="83750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655972" y="4234952"/>
                    <a:ext cx="297917" cy="28589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F8781B7E-02EC-0AAC-58D8-7CDBA3EDEA51}"/>
                    </a:ext>
                  </a:extLst>
                </p:cNvPr>
                <p:cNvGrpSpPr/>
                <p:nvPr/>
              </p:nvGrpSpPr>
              <p:grpSpPr>
                <a:xfrm>
                  <a:off x="3968142" y="3373301"/>
                  <a:ext cx="2784633" cy="192457"/>
                  <a:chOff x="4166287" y="6230314"/>
                  <a:chExt cx="2784633" cy="192457"/>
                </a:xfrm>
              </p:grpSpPr>
              <p:cxnSp>
                <p:nvCxnSpPr>
                  <p:cNvPr id="23" name="Straight Arrow Connector 22">
                    <a:extLst>
                      <a:ext uri="{FF2B5EF4-FFF2-40B4-BE49-F238E27FC236}">
                        <a16:creationId xmlns:a16="http://schemas.microsoft.com/office/drawing/2014/main" id="{EF7239CD-7A47-D8E4-180A-0EB0C46A1636}"/>
                      </a:ext>
                    </a:extLst>
                  </p:cNvPr>
                  <p:cNvCxnSpPr>
                    <a:cxnSpLocks/>
                    <a:endCxn id="24" idx="2"/>
                  </p:cNvCxnSpPr>
                  <p:nvPr/>
                </p:nvCxnSpPr>
                <p:spPr>
                  <a:xfrm>
                    <a:off x="4166287" y="6326543"/>
                    <a:ext cx="1731307" cy="0"/>
                  </a:xfrm>
                  <a:prstGeom prst="straightConnector1">
                    <a:avLst/>
                  </a:prstGeom>
                  <a:ln w="15875">
                    <a:solidFill>
                      <a:schemeClr val="tx1"/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4" name="Oval 23">
                    <a:extLst>
                      <a:ext uri="{FF2B5EF4-FFF2-40B4-BE49-F238E27FC236}">
                        <a16:creationId xmlns:a16="http://schemas.microsoft.com/office/drawing/2014/main" id="{02D94CF3-5155-A1FC-0F62-BCFA9688F3FF}"/>
                      </a:ext>
                    </a:extLst>
                  </p:cNvPr>
                  <p:cNvSpPr/>
                  <p:nvPr/>
                </p:nvSpPr>
                <p:spPr>
                  <a:xfrm>
                    <a:off x="5897594" y="6230314"/>
                    <a:ext cx="192457" cy="192457"/>
                  </a:xfrm>
                  <a:prstGeom prst="ellipse">
                    <a:avLst/>
                  </a:prstGeom>
                  <a:solidFill>
                    <a:srgbClr val="B6D5F9"/>
                  </a:solidFill>
                  <a:ln w="158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659DD9A6-2148-EAED-B11E-D6C37A7ACA25}"/>
                      </a:ext>
                    </a:extLst>
                  </p:cNvPr>
                  <p:cNvCxnSpPr>
                    <a:cxnSpLocks/>
                    <a:stCxn id="24" idx="6"/>
                  </p:cNvCxnSpPr>
                  <p:nvPr/>
                </p:nvCxnSpPr>
                <p:spPr>
                  <a:xfrm>
                    <a:off x="6090051" y="6326543"/>
                    <a:ext cx="219075" cy="0"/>
                  </a:xfrm>
                  <a:prstGeom prst="line">
                    <a:avLst/>
                  </a:prstGeom>
                  <a:ln w="158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6" name="Oval 25">
                    <a:extLst>
                      <a:ext uri="{FF2B5EF4-FFF2-40B4-BE49-F238E27FC236}">
                        <a16:creationId xmlns:a16="http://schemas.microsoft.com/office/drawing/2014/main" id="{979FC2BC-D8F0-F0DC-7042-B1E5C761D47A}"/>
                      </a:ext>
                    </a:extLst>
                  </p:cNvPr>
                  <p:cNvSpPr/>
                  <p:nvPr/>
                </p:nvSpPr>
                <p:spPr>
                  <a:xfrm>
                    <a:off x="6308245" y="6230314"/>
                    <a:ext cx="192457" cy="192457"/>
                  </a:xfrm>
                  <a:prstGeom prst="ellipse">
                    <a:avLst/>
                  </a:prstGeom>
                  <a:solidFill>
                    <a:srgbClr val="B6D5F9"/>
                  </a:solidFill>
                  <a:ln w="158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" name="Oval 26">
                    <a:extLst>
                      <a:ext uri="{FF2B5EF4-FFF2-40B4-BE49-F238E27FC236}">
                        <a16:creationId xmlns:a16="http://schemas.microsoft.com/office/drawing/2014/main" id="{EAB959A1-713A-3885-5D8F-F07EDAB8CDD7}"/>
                      </a:ext>
                    </a:extLst>
                  </p:cNvPr>
                  <p:cNvSpPr/>
                  <p:nvPr/>
                </p:nvSpPr>
                <p:spPr>
                  <a:xfrm>
                    <a:off x="6758463" y="6230314"/>
                    <a:ext cx="192457" cy="192457"/>
                  </a:xfrm>
                  <a:prstGeom prst="ellipse">
                    <a:avLst/>
                  </a:prstGeom>
                  <a:solidFill>
                    <a:srgbClr val="B6D5F9"/>
                  </a:solidFill>
                  <a:ln w="158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pic>
                <p:nvPicPr>
                  <p:cNvPr id="28" name="Picture 27">
                    <a:extLst>
                      <a:ext uri="{FF2B5EF4-FFF2-40B4-BE49-F238E27FC236}">
                        <a16:creationId xmlns:a16="http://schemas.microsoft.com/office/drawing/2014/main" id="{D765CAFD-9A45-113F-F1E6-0E62156AC33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9"/>
                  <a:srcRect l="7153" t="6902" b="-1"/>
                  <a:stretch>
                    <a:fillRect/>
                  </a:stretch>
                </p:blipFill>
                <p:spPr>
                  <a:xfrm>
                    <a:off x="6543420" y="6281412"/>
                    <a:ext cx="178692" cy="85693"/>
                  </a:xfrm>
                  <a:prstGeom prst="rect">
                    <a:avLst/>
                  </a:prstGeom>
                </p:spPr>
              </p:pic>
            </p:grpSp>
          </p:grpSp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A90A8F06-4607-F31E-45CE-3789BA3D42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10000" b="90000" l="10000" r="9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3943430" y="3610290"/>
                <a:ext cx="297917" cy="313308"/>
              </a:xfrm>
              <a:prstGeom prst="rect">
                <a:avLst/>
              </a:prstGeom>
            </p:spPr>
          </p:pic>
        </p:grp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9EDC45E2-8F83-1DD5-359D-D9B657739E80}"/>
              </a:ext>
            </a:extLst>
          </p:cNvPr>
          <p:cNvGrpSpPr/>
          <p:nvPr/>
        </p:nvGrpSpPr>
        <p:grpSpPr>
          <a:xfrm>
            <a:off x="7834515" y="3158546"/>
            <a:ext cx="2817372" cy="1875332"/>
            <a:chOff x="7834515" y="1166644"/>
            <a:chExt cx="2817372" cy="1875332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0623045A-961C-7971-9D87-23C19FC5899D}"/>
                </a:ext>
              </a:extLst>
            </p:cNvPr>
            <p:cNvGrpSpPr/>
            <p:nvPr/>
          </p:nvGrpSpPr>
          <p:grpSpPr>
            <a:xfrm>
              <a:off x="7834515" y="1166644"/>
              <a:ext cx="2817372" cy="1875332"/>
              <a:chOff x="7826420" y="517338"/>
              <a:chExt cx="2817372" cy="1875332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6B2B081E-7D64-1407-BDBA-2DDA0370C408}"/>
                  </a:ext>
                </a:extLst>
              </p:cNvPr>
              <p:cNvSpPr/>
              <p:nvPr/>
            </p:nvSpPr>
            <p:spPr>
              <a:xfrm>
                <a:off x="7826420" y="517338"/>
                <a:ext cx="2817372" cy="1875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77704669-69A8-A4DD-EE95-2B86FF66A3F6}"/>
                  </a:ext>
                </a:extLst>
              </p:cNvPr>
              <p:cNvSpPr/>
              <p:nvPr/>
            </p:nvSpPr>
            <p:spPr>
              <a:xfrm>
                <a:off x="7937428" y="929224"/>
                <a:ext cx="2595356" cy="9632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171450" indent="-171450"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en-US" sz="1100" b="1" dirty="0">
                    <a:solidFill>
                      <a:schemeClr val="tx1"/>
                    </a:solidFill>
                  </a:rPr>
                  <a:t>One epoch of Supervision</a:t>
                </a:r>
              </a:p>
              <a:p>
                <a:pPr marL="171450" indent="-171450"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en-US" sz="1100" b="1" dirty="0">
                    <a:solidFill>
                      <a:schemeClr val="tx1"/>
                    </a:solidFill>
                  </a:rPr>
                  <a:t>weighted token-level cross-entropy loss:</a:t>
                </a:r>
                <a:endParaRPr lang="en-US" sz="12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48708C4-1E0F-02BE-9111-2FAFCD1BD1F1}"/>
                  </a:ext>
                </a:extLst>
              </p:cNvPr>
              <p:cNvSpPr/>
              <p:nvPr/>
            </p:nvSpPr>
            <p:spPr>
              <a:xfrm>
                <a:off x="7953018" y="729202"/>
                <a:ext cx="2473210" cy="3188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rgbClr val="444FCD"/>
                    </a:solidFill>
                  </a:rPr>
                  <a:t>3. S</a:t>
                </a:r>
                <a:r>
                  <a:rPr lang="en-US" altLang="zh-CN" sz="1600" b="1" dirty="0">
                    <a:solidFill>
                      <a:srgbClr val="444FCD"/>
                    </a:solidFill>
                  </a:rPr>
                  <a:t>upervised Fine-Tune</a:t>
                </a:r>
                <a:endParaRPr lang="en-US" sz="1600" b="1" dirty="0">
                  <a:solidFill>
                    <a:srgbClr val="444FCD"/>
                  </a:solidFill>
                </a:endParaRPr>
              </a:p>
            </p:txBody>
          </p:sp>
        </p:grpSp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5781074A-F3D0-4632-F842-3806F32C6DF5}"/>
                </a:ext>
              </a:extLst>
            </p:cNvPr>
            <p:cNvSpPr/>
            <p:nvPr/>
          </p:nvSpPr>
          <p:spPr>
            <a:xfrm>
              <a:off x="7866703" y="1299285"/>
              <a:ext cx="2662030" cy="1725462"/>
            </a:xfrm>
            <a:prstGeom prst="roundRect">
              <a:avLst>
                <a:gd name="adj" fmla="val 3680"/>
              </a:avLst>
            </a:prstGeom>
            <a:noFill/>
            <a:ln w="19050">
              <a:solidFill>
                <a:srgbClr val="0E17C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79" name="Rectangle 78">
            <a:extLst>
              <a:ext uri="{FF2B5EF4-FFF2-40B4-BE49-F238E27FC236}">
                <a16:creationId xmlns:a16="http://schemas.microsoft.com/office/drawing/2014/main" id="{9EC3451D-214B-C240-1542-CC9F1199F3F5}"/>
              </a:ext>
            </a:extLst>
          </p:cNvPr>
          <p:cNvSpPr/>
          <p:nvPr/>
        </p:nvSpPr>
        <p:spPr>
          <a:xfrm>
            <a:off x="7685577" y="1944910"/>
            <a:ext cx="155589" cy="19853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467EC73-E9B8-6D1D-B22D-60FDC74DFB6C}"/>
              </a:ext>
            </a:extLst>
          </p:cNvPr>
          <p:cNvSpPr/>
          <p:nvPr/>
        </p:nvSpPr>
        <p:spPr>
          <a:xfrm>
            <a:off x="1212864" y="2003062"/>
            <a:ext cx="173346" cy="19853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F987DD18-CD59-4686-B002-73DE0E696FF0}"/>
              </a:ext>
            </a:extLst>
          </p:cNvPr>
          <p:cNvCxnSpPr>
            <a:cxnSpLocks/>
          </p:cNvCxnSpPr>
          <p:nvPr/>
        </p:nvCxnSpPr>
        <p:spPr>
          <a:xfrm>
            <a:off x="1192340" y="3181193"/>
            <a:ext cx="236410" cy="0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216A3EAA-D803-125F-20E4-D4D934BB170A}"/>
              </a:ext>
            </a:extLst>
          </p:cNvPr>
          <p:cNvCxnSpPr>
            <a:cxnSpLocks/>
          </p:cNvCxnSpPr>
          <p:nvPr/>
        </p:nvCxnSpPr>
        <p:spPr>
          <a:xfrm>
            <a:off x="7667596" y="2184826"/>
            <a:ext cx="204717" cy="0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7611B114-0A7D-44E2-4280-FA285DA30994}"/>
              </a:ext>
            </a:extLst>
          </p:cNvPr>
          <p:cNvCxnSpPr>
            <a:cxnSpLocks/>
          </p:cNvCxnSpPr>
          <p:nvPr/>
        </p:nvCxnSpPr>
        <p:spPr>
          <a:xfrm>
            <a:off x="9192332" y="3105452"/>
            <a:ext cx="0" cy="197618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4" name="Picture 83">
            <a:extLst>
              <a:ext uri="{FF2B5EF4-FFF2-40B4-BE49-F238E27FC236}">
                <a16:creationId xmlns:a16="http://schemas.microsoft.com/office/drawing/2014/main" id="{C872FAB2-212E-F2F2-82DB-EBD4C1D8652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63772" y="4404400"/>
            <a:ext cx="2515316" cy="504250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837C0209-36B5-29F9-4262-25535B2C1F6D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76486" y="2477262"/>
            <a:ext cx="2247042" cy="490148"/>
          </a:xfrm>
          <a:prstGeom prst="rect">
            <a:avLst/>
          </a:prstGeom>
        </p:spPr>
      </p:pic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77C85C92-40BE-196A-0554-DD1B0CD1D283}"/>
              </a:ext>
            </a:extLst>
          </p:cNvPr>
          <p:cNvSpPr/>
          <p:nvPr/>
        </p:nvSpPr>
        <p:spPr>
          <a:xfrm>
            <a:off x="1428750" y="1277580"/>
            <a:ext cx="6244680" cy="3756298"/>
          </a:xfrm>
          <a:prstGeom prst="roundRect">
            <a:avLst>
              <a:gd name="adj" fmla="val 2750"/>
            </a:avLst>
          </a:prstGeom>
          <a:noFill/>
          <a:ln w="19050">
            <a:solidFill>
              <a:srgbClr val="0E17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AAFB68BB-0263-24E8-DA47-D1F3B6C7FA16}"/>
              </a:ext>
            </a:extLst>
          </p:cNvPr>
          <p:cNvSpPr/>
          <p:nvPr/>
        </p:nvSpPr>
        <p:spPr>
          <a:xfrm>
            <a:off x="5589439" y="3872243"/>
            <a:ext cx="1927691" cy="1017256"/>
          </a:xfrm>
          <a:prstGeom prst="roundRect">
            <a:avLst>
              <a:gd name="adj" fmla="val 7314"/>
            </a:avLst>
          </a:prstGeom>
          <a:solidFill>
            <a:srgbClr val="ECF1F9"/>
          </a:solidFill>
          <a:ln w="15875">
            <a:solidFill>
              <a:srgbClr val="0E17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100" b="1" dirty="0">
                <a:solidFill>
                  <a:schemeClr val="tx1"/>
                </a:solidFill>
              </a:rPr>
              <a:t>Sample various actions</a:t>
            </a:r>
          </a:p>
          <a:p>
            <a:pPr marL="171450" indent="-1714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100" b="1" dirty="0">
                <a:solidFill>
                  <a:schemeClr val="tx1"/>
                </a:solidFill>
              </a:rPr>
              <a:t>Branch majority actions</a:t>
            </a:r>
          </a:p>
          <a:p>
            <a:pPr marL="171450" indent="-1714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100" b="1" dirty="0">
                <a:solidFill>
                  <a:schemeClr val="tx1"/>
                </a:solidFill>
              </a:rPr>
              <a:t>Repeat branching process for every step</a:t>
            </a: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B7C48476-82C8-F761-1225-7A74B371C6D3}"/>
              </a:ext>
            </a:extLst>
          </p:cNvPr>
          <p:cNvCxnSpPr>
            <a:cxnSpLocks/>
          </p:cNvCxnSpPr>
          <p:nvPr/>
        </p:nvCxnSpPr>
        <p:spPr>
          <a:xfrm>
            <a:off x="10528733" y="3795949"/>
            <a:ext cx="168168" cy="0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A448-AB23-19FA-5793-15DDFCEA755B}"/>
              </a:ext>
            </a:extLst>
          </p:cNvPr>
          <p:cNvSpPr/>
          <p:nvPr/>
        </p:nvSpPr>
        <p:spPr>
          <a:xfrm>
            <a:off x="10123331" y="3131466"/>
            <a:ext cx="552971" cy="6739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21FA8B1F-6994-B2C6-D064-C78CFD417ABB}"/>
              </a:ext>
            </a:extLst>
          </p:cNvPr>
          <p:cNvSpPr/>
          <p:nvPr/>
        </p:nvSpPr>
        <p:spPr>
          <a:xfrm>
            <a:off x="10694517" y="2123365"/>
            <a:ext cx="1171991" cy="2168838"/>
          </a:xfrm>
          <a:prstGeom prst="roundRect">
            <a:avLst>
              <a:gd name="adj" fmla="val 594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8883325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95</Words>
  <Application>Microsoft Office PowerPoint</Application>
  <PresentationFormat>Widescreen</PresentationFormat>
  <Paragraphs>31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Cambria Math</vt:lpstr>
      <vt:lpstr>Wingdings</vt:lpstr>
      <vt:lpstr>WPS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Yincheng Zhou</dc:creator>
  <cp:lastModifiedBy>Yincheng Zhou</cp:lastModifiedBy>
  <cp:revision>5</cp:revision>
  <dcterms:created xsi:type="dcterms:W3CDTF">2023-08-09T12:44:00Z</dcterms:created>
  <dcterms:modified xsi:type="dcterms:W3CDTF">2026-06-07T04:02:14Z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